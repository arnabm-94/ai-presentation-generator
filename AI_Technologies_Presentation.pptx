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Artificial Intelligence &amp; Emerging Technologies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AI, ML, Generative AI, Vertex AI &amp; Copilot vs ChatGPT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Intelligence (AI)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refers to the simulation of human intelligence in machines.</a:t>
            </a:r>
          </a:p>
          <a:p>
            <a:r>
              <a:t>- Applications: Automation, Data Analysis, Predictive Modeling.</a:t>
            </a:r>
          </a:p>
          <a:p>
            <a:r>
              <a:t>- Impact: Transforms industries like healthcare, finance, and manufacturing.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(ML)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Subset of AI that enables machines to learn from data.</a:t>
            </a:r>
          </a:p>
          <a:p>
            <a:r>
              <a:t>- Types: Supervised, Unsupervised, Reinforcement Learning.</a:t>
            </a:r>
          </a:p>
          <a:p>
            <a:r>
              <a:t>- Applications: Fraud Detection, Recommendation Systems, Image Recognition.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Generative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that generates text, images, and videos.</a:t>
            </a:r>
          </a:p>
          <a:p>
            <a:r>
              <a:t>- Uses neural networks like GANs and transformers.</a:t>
            </a:r>
          </a:p>
          <a:p>
            <a:r>
              <a:t>- Applications: Content creation, AI art, Chatbots, Code generation.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Vertex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Google's AI platform for building and deploying ML models.</a:t>
            </a:r>
          </a:p>
          <a:p>
            <a:r>
              <a:t>- Features: AutoML, custom model training, scalable infrastructure.</a:t>
            </a:r>
          </a:p>
          <a:p>
            <a:r>
              <a:t>- Benefits: Cost-efficient, seamless integration with Google Cloud.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Copilot is Better Than ChatGPT?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Copilot integrates with Microsoft tools, enhancing productivity.</a:t>
            </a:r>
          </a:p>
          <a:p>
            <a:r>
              <a:t>- ChatGPT focuses on conversational AI but lacks deep integration.</a:t>
            </a:r>
          </a:p>
          <a:p>
            <a:r>
              <a:t>- Copilot provides contextual assistance in real-time applications.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and ML are transforming industries with advanced automation.</a:t>
            </a:r>
          </a:p>
          <a:p>
            <a:r>
              <a:t>- Generative AI is revolutionizing content creation.</a:t>
            </a:r>
          </a:p>
          <a:p>
            <a:r>
              <a:t>- Vertex AI offers powerful ML model deployment.</a:t>
            </a:r>
          </a:p>
          <a:p>
            <a:r>
              <a:t>- Copilot provides seamless AI assistance for productivity.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